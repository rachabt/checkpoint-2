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fe5f40de9e607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fe5f40de9e607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fe5f40de9e6077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fe5f40de9e6077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fe5f40de9e6077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fe5f40de9e6077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fe5f40de9e6077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fe5f40de9e6077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fe5f40de9e6077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fe5f40de9e6077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fe5f40de9e6077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fe5f40de9e6077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fe5f40de9e6077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fe5f40de9e6077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fe5f40de9e6077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fe5f40de9e6077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fe5f40de9e6077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fe5f40de9e6077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fe5f40de9e6077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fe5f40de9e6077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fe5f40de9e6077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fe5f40de9e6077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fe5f40de9e6077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fe5f40de9e6077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fe5f40de9e6077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fe5f40de9e6077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fe5f40de9e6077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fe5f40de9e6077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fe5f40de9e6077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fe5f40de9e6077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fe5f40de9e6077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fe5f40de9e6077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fe5f40de9e6077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fe5f40de9e6077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fe5f40de9e6077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fe5f40de9e6077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fe5f40de9e6077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fe5f40de9e6077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fe5f40de9e6077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fe5f40de9e6077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fe5f40de9e6077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fe5f40de9e6077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fe5f40de9e6077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fe5f40de9e6077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55"/>
            <a:ext cx="9144001" cy="5140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224" y="0"/>
            <a:ext cx="914845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52163" y="-215875"/>
            <a:ext cx="9916351" cy="557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2400"/>
            <a:ext cx="9144001" cy="5140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836" y="152410"/>
            <a:ext cx="86063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63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63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63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63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63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63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63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63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63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63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63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63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63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63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63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63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